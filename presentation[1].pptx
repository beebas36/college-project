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93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2" r:id="rId3"/>
    <p:sldId id="279" r:id="rId4"/>
    <p:sldId id="276" r:id="rId5"/>
    <p:sldId id="268" r:id="rId6"/>
    <p:sldId id="265" r:id="rId7"/>
    <p:sldId id="278" r:id="rId8"/>
    <p:sldId id="281" r:id="rId9"/>
    <p:sldId id="280" r:id="rId10"/>
    <p:sldId id="274" r:id="rId11"/>
  </p:sldIdLst>
  <p:sldSz cx="12192000" cy="6858000"/>
  <p:notesSz cx="7559675" cy="10691813"/>
  <p:defaultTextStyle>
    <a:defPPr>
      <a:defRPr lang="en-GB"/>
    </a:defPPr>
    <a:lvl1pPr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1pPr>
    <a:lvl2pPr marL="742950" indent="-28575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2pPr>
    <a:lvl3pPr marL="11430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3pPr>
    <a:lvl4pPr marL="16002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4pPr>
    <a:lvl5pPr marL="20574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Noto Sans CJK SC Regular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529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943E3-FA6F-4FCC-A877-77D9CA705E95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419760-1B3E-48A5-804F-61343E3910F5}">
      <dgm:prSet custT="1"/>
      <dgm:spPr/>
      <dgm:t>
        <a:bodyPr/>
        <a:lstStyle/>
        <a:p>
          <a:pPr rtl="0"/>
          <a:r>
            <a:rPr lang="en-US" sz="1900" b="1" i="0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r>
            <a:rPr lang="en-US" sz="1900" b="1" i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7F564B-8DAB-4939-BE3D-920361958F70}" type="parTrans" cxnId="{C10834E8-9FCC-4D13-BCFA-76259F588ED7}">
      <dgm:prSet/>
      <dgm:spPr/>
      <dgm:t>
        <a:bodyPr/>
        <a:lstStyle/>
        <a:p>
          <a:endParaRPr lang="en-US"/>
        </a:p>
      </dgm:t>
    </dgm:pt>
    <dgm:pt modelId="{3BF7686F-B38A-4B14-984E-0A902C020FC0}" type="sibTrans" cxnId="{C10834E8-9FCC-4D13-BCFA-76259F588ED7}">
      <dgm:prSet/>
      <dgm:spPr/>
      <dgm:t>
        <a:bodyPr/>
        <a:lstStyle/>
        <a:p>
          <a:endParaRPr lang="en-US"/>
        </a:p>
      </dgm:t>
    </dgm:pt>
    <dgm:pt modelId="{91D07D84-0AD4-4861-B03E-FF1EB24485A4}">
      <dgm:prSet/>
      <dgm:spPr/>
      <dgm:t>
        <a:bodyPr/>
        <a:lstStyle/>
        <a:p>
          <a:pPr rtl="0"/>
          <a:r>
            <a:rPr lang="en-GB" b="1" i="0" dirty="0" smtClean="0">
              <a:solidFill>
                <a:srgbClr val="00B0F0"/>
              </a:solidFill>
            </a:rPr>
            <a:t>HTML</a:t>
          </a:r>
          <a:endParaRPr lang="en-US" dirty="0">
            <a:solidFill>
              <a:srgbClr val="00B0F0"/>
            </a:solidFill>
          </a:endParaRPr>
        </a:p>
      </dgm:t>
    </dgm:pt>
    <dgm:pt modelId="{CA168592-335E-4ECD-B7CD-6CD5C022A16B}" type="parTrans" cxnId="{B27E83DE-F044-4F38-8291-2C4954B734AF}">
      <dgm:prSet/>
      <dgm:spPr/>
      <dgm:t>
        <a:bodyPr/>
        <a:lstStyle/>
        <a:p>
          <a:endParaRPr lang="en-US"/>
        </a:p>
      </dgm:t>
    </dgm:pt>
    <dgm:pt modelId="{AC34F806-6AB7-4267-8A39-994A011630AA}" type="sibTrans" cxnId="{B27E83DE-F044-4F38-8291-2C4954B734AF}">
      <dgm:prSet/>
      <dgm:spPr/>
      <dgm:t>
        <a:bodyPr/>
        <a:lstStyle/>
        <a:p>
          <a:endParaRPr lang="en-US"/>
        </a:p>
      </dgm:t>
    </dgm:pt>
    <dgm:pt modelId="{02E23BD0-E1B9-4D5C-BD22-1345D09EB0A2}">
      <dgm:prSet/>
      <dgm:spPr/>
      <dgm:t>
        <a:bodyPr/>
        <a:lstStyle/>
        <a:p>
          <a:pPr rtl="0"/>
          <a:r>
            <a:rPr lang="en-GB" b="1" i="0" dirty="0" smtClean="0">
              <a:solidFill>
                <a:srgbClr val="00B0F0"/>
              </a:solidFill>
            </a:rPr>
            <a:t>CSS </a:t>
          </a:r>
          <a:endParaRPr lang="en-US" dirty="0">
            <a:solidFill>
              <a:srgbClr val="00B0F0"/>
            </a:solidFill>
          </a:endParaRPr>
        </a:p>
      </dgm:t>
    </dgm:pt>
    <dgm:pt modelId="{EB43F907-1FB7-4C90-8A7D-37A68B042FEF}" type="parTrans" cxnId="{EDCEA1CE-1F5D-404F-AF51-EA73A88DB72A}">
      <dgm:prSet/>
      <dgm:spPr/>
      <dgm:t>
        <a:bodyPr/>
        <a:lstStyle/>
        <a:p>
          <a:endParaRPr lang="en-US"/>
        </a:p>
      </dgm:t>
    </dgm:pt>
    <dgm:pt modelId="{8A08BB04-A2E4-4115-8053-0D93F0FB539D}" type="sibTrans" cxnId="{EDCEA1CE-1F5D-404F-AF51-EA73A88DB72A}">
      <dgm:prSet/>
      <dgm:spPr/>
      <dgm:t>
        <a:bodyPr/>
        <a:lstStyle/>
        <a:p>
          <a:endParaRPr lang="en-US"/>
        </a:p>
      </dgm:t>
    </dgm:pt>
    <dgm:pt modelId="{761979B3-7E02-4200-887F-1E8B58600906}">
      <dgm:prSet/>
      <dgm:spPr/>
      <dgm:t>
        <a:bodyPr/>
        <a:lstStyle/>
        <a:p>
          <a:pPr rtl="0"/>
          <a:r>
            <a:rPr lang="en-GB" b="1" i="0" dirty="0" smtClean="0">
              <a:solidFill>
                <a:srgbClr val="00B0F0"/>
              </a:solidFill>
            </a:rPr>
            <a:t>JavaScript</a:t>
          </a:r>
          <a:endParaRPr lang="en-US" dirty="0">
            <a:solidFill>
              <a:srgbClr val="00B0F0"/>
            </a:solidFill>
          </a:endParaRPr>
        </a:p>
      </dgm:t>
    </dgm:pt>
    <dgm:pt modelId="{53B23339-D763-40CB-B3FA-9200DC847428}" type="parTrans" cxnId="{E24C187E-3950-46BC-9D9E-5EE0B404947D}">
      <dgm:prSet/>
      <dgm:spPr/>
      <dgm:t>
        <a:bodyPr/>
        <a:lstStyle/>
        <a:p>
          <a:endParaRPr lang="en-US"/>
        </a:p>
      </dgm:t>
    </dgm:pt>
    <dgm:pt modelId="{645EFD90-73E5-49CA-A2D4-F282E532AB48}" type="sibTrans" cxnId="{E24C187E-3950-46BC-9D9E-5EE0B404947D}">
      <dgm:prSet/>
      <dgm:spPr/>
      <dgm:t>
        <a:bodyPr/>
        <a:lstStyle/>
        <a:p>
          <a:endParaRPr lang="en-US"/>
        </a:p>
      </dgm:t>
    </dgm:pt>
    <dgm:pt modelId="{1AB01861-B268-43B8-8ED0-89877FC4CF36}">
      <dgm:prSet/>
      <dgm:spPr/>
      <dgm:t>
        <a:bodyPr/>
        <a:lstStyle/>
        <a:p>
          <a:pPr rtl="0"/>
          <a:r>
            <a:rPr lang="en-US" b="1" i="0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US" dirty="0">
            <a:solidFill>
              <a:srgbClr val="00B0F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32DA29-2325-4EE7-8588-CA548140011D}" type="parTrans" cxnId="{6B603B09-FF36-4CE7-9EAE-AFD8196645F1}">
      <dgm:prSet/>
      <dgm:spPr/>
      <dgm:t>
        <a:bodyPr/>
        <a:lstStyle/>
        <a:p>
          <a:endParaRPr lang="en-US"/>
        </a:p>
      </dgm:t>
    </dgm:pt>
    <dgm:pt modelId="{BA3F585D-E282-4CAE-83AB-6ED60D20BC20}" type="sibTrans" cxnId="{6B603B09-FF36-4CE7-9EAE-AFD8196645F1}">
      <dgm:prSet/>
      <dgm:spPr/>
      <dgm:t>
        <a:bodyPr/>
        <a:lstStyle/>
        <a:p>
          <a:endParaRPr lang="en-US"/>
        </a:p>
      </dgm:t>
    </dgm:pt>
    <dgm:pt modelId="{F266053E-9758-4931-AF3B-EF6806403FB9}">
      <dgm:prSet/>
      <dgm:spPr/>
      <dgm:t>
        <a:bodyPr/>
        <a:lstStyle/>
        <a:p>
          <a:pPr rtl="0"/>
          <a:r>
            <a:rPr lang="en-US" b="1" i="0" dirty="0" smtClean="0">
              <a:solidFill>
                <a:srgbClr val="00B0F0"/>
              </a:solidFill>
            </a:rPr>
            <a:t>MySQL</a:t>
          </a:r>
          <a:endParaRPr lang="en-US" dirty="0">
            <a:solidFill>
              <a:srgbClr val="00B0F0"/>
            </a:solidFill>
          </a:endParaRPr>
        </a:p>
      </dgm:t>
    </dgm:pt>
    <dgm:pt modelId="{F9FEA140-3BBE-453F-B16E-54909FEAF9E2}" type="parTrans" cxnId="{BBBAE063-C00B-4DA7-94B4-921A8FB7594E}">
      <dgm:prSet/>
      <dgm:spPr/>
      <dgm:t>
        <a:bodyPr/>
        <a:lstStyle/>
        <a:p>
          <a:endParaRPr lang="en-US"/>
        </a:p>
      </dgm:t>
    </dgm:pt>
    <dgm:pt modelId="{F6C0A6AD-25A6-4C15-A71A-6C569AD00452}" type="sibTrans" cxnId="{BBBAE063-C00B-4DA7-94B4-921A8FB7594E}">
      <dgm:prSet/>
      <dgm:spPr/>
      <dgm:t>
        <a:bodyPr/>
        <a:lstStyle/>
        <a:p>
          <a:endParaRPr lang="en-US"/>
        </a:p>
      </dgm:t>
    </dgm:pt>
    <dgm:pt modelId="{210752A8-0C03-419E-9F6B-036058421702}">
      <dgm:prSet/>
      <dgm:spPr/>
      <dgm:t>
        <a:bodyPr/>
        <a:lstStyle/>
        <a:p>
          <a:pPr rtl="0"/>
          <a:r>
            <a:rPr lang="en-US" b="1" i="0" dirty="0" smtClean="0">
              <a:solidFill>
                <a:srgbClr val="00B0F0"/>
              </a:solidFill>
            </a:rPr>
            <a:t>PHP</a:t>
          </a:r>
          <a:endParaRPr lang="en-US" dirty="0">
            <a:solidFill>
              <a:srgbClr val="00B0F0"/>
            </a:solidFill>
          </a:endParaRPr>
        </a:p>
      </dgm:t>
    </dgm:pt>
    <dgm:pt modelId="{D6E35C64-27C3-4817-AE81-D94D83D681BB}" type="parTrans" cxnId="{CB4A0C6A-C44C-4070-9295-F5B554AF969F}">
      <dgm:prSet/>
      <dgm:spPr/>
      <dgm:t>
        <a:bodyPr/>
        <a:lstStyle/>
        <a:p>
          <a:endParaRPr lang="en-US"/>
        </a:p>
      </dgm:t>
    </dgm:pt>
    <dgm:pt modelId="{4A180731-918F-4DAF-A1D0-F1641C228DC2}" type="sibTrans" cxnId="{CB4A0C6A-C44C-4070-9295-F5B554AF969F}">
      <dgm:prSet/>
      <dgm:spPr/>
      <dgm:t>
        <a:bodyPr/>
        <a:lstStyle/>
        <a:p>
          <a:endParaRPr lang="en-US"/>
        </a:p>
      </dgm:t>
    </dgm:pt>
    <dgm:pt modelId="{164DCB42-31B6-4429-A7A0-3D635C9F87C0}" type="pres">
      <dgm:prSet presAssocID="{4AF943E3-FA6F-4FCC-A877-77D9CA705E95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3D9540-5C22-44CD-B066-D28445F6F85A}" type="pres">
      <dgm:prSet presAssocID="{4AF943E3-FA6F-4FCC-A877-77D9CA705E95}" presName="cycle" presStyleCnt="0"/>
      <dgm:spPr/>
    </dgm:pt>
    <dgm:pt modelId="{2788458F-9ECC-4392-A62A-110AD2F33685}" type="pres">
      <dgm:prSet presAssocID="{4AF943E3-FA6F-4FCC-A877-77D9CA705E95}" presName="centerShape" presStyleCnt="0"/>
      <dgm:spPr/>
    </dgm:pt>
    <dgm:pt modelId="{BC8B9703-E7B9-4A8A-990E-1F650492094B}" type="pres">
      <dgm:prSet presAssocID="{4AF943E3-FA6F-4FCC-A877-77D9CA705E95}" presName="connSite" presStyleLbl="node1" presStyleIdx="0" presStyleCnt="3"/>
      <dgm:spPr/>
    </dgm:pt>
    <dgm:pt modelId="{2CE7DCEE-4E04-4FF2-8110-B029D1E767B7}" type="pres">
      <dgm:prSet presAssocID="{4AF943E3-FA6F-4FCC-A877-77D9CA705E95}" presName="visible" presStyleLbl="node1" presStyleIdx="0" presStyleCnt="3" custScaleY="103432"/>
      <dgm:spPr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tile tx="0" ty="0" sx="100000" sy="100000" flip="none" algn="tl"/>
        </a:blipFill>
      </dgm:spPr>
    </dgm:pt>
    <dgm:pt modelId="{4263B743-D64D-48C6-B416-98F1283CCC72}" type="pres">
      <dgm:prSet presAssocID="{477F564B-8DAB-4939-BE3D-920361958F70}" presName="Name25" presStyleLbl="parChTrans1D1" presStyleIdx="0" presStyleCnt="2"/>
      <dgm:spPr/>
      <dgm:t>
        <a:bodyPr/>
        <a:lstStyle/>
        <a:p>
          <a:endParaRPr lang="en-US"/>
        </a:p>
      </dgm:t>
    </dgm:pt>
    <dgm:pt modelId="{303FA8E2-9E43-4501-9C3E-1540216E77D4}" type="pres">
      <dgm:prSet presAssocID="{38419760-1B3E-48A5-804F-61343E3910F5}" presName="node" presStyleCnt="0"/>
      <dgm:spPr/>
    </dgm:pt>
    <dgm:pt modelId="{DE8152A0-C157-46C8-96D0-60CA70B1656B}" type="pres">
      <dgm:prSet presAssocID="{38419760-1B3E-48A5-804F-61343E3910F5}" presName="parentNode" presStyleLbl="node1" presStyleIdx="1" presStyleCnt="3" custScaleX="124395" custScaleY="12497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00C0E9-2E70-474D-BE0B-AD7CBC437129}" type="pres">
      <dgm:prSet presAssocID="{38419760-1B3E-48A5-804F-61343E3910F5}" presName="childNode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A2827B-01B7-4BC6-90A6-16BD35C5DB68}" type="pres">
      <dgm:prSet presAssocID="{2032DA29-2325-4EE7-8588-CA548140011D}" presName="Name25" presStyleLbl="parChTrans1D1" presStyleIdx="1" presStyleCnt="2"/>
      <dgm:spPr/>
      <dgm:t>
        <a:bodyPr/>
        <a:lstStyle/>
        <a:p>
          <a:endParaRPr lang="en-US"/>
        </a:p>
      </dgm:t>
    </dgm:pt>
    <dgm:pt modelId="{263CE610-0727-49B8-92F2-652204553FCE}" type="pres">
      <dgm:prSet presAssocID="{1AB01861-B268-43B8-8ED0-89877FC4CF36}" presName="node" presStyleCnt="0"/>
      <dgm:spPr/>
    </dgm:pt>
    <dgm:pt modelId="{54775E97-A535-49E1-BF88-29FE2487DD07}" type="pres">
      <dgm:prSet presAssocID="{1AB01861-B268-43B8-8ED0-89877FC4CF36}" presName="parentNode" presStyleLbl="node1" presStyleIdx="2" presStyleCnt="3" custScaleX="127898" custScaleY="1167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49AC4D-538C-43B8-9C92-32752E549896}" type="pres">
      <dgm:prSet presAssocID="{1AB01861-B268-43B8-8ED0-89877FC4CF36}" presName="childNode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4A0C6A-C44C-4070-9295-F5B554AF969F}" srcId="{1AB01861-B268-43B8-8ED0-89877FC4CF36}" destId="{210752A8-0C03-419E-9F6B-036058421702}" srcOrd="1" destOrd="0" parTransId="{D6E35C64-27C3-4817-AE81-D94D83D681BB}" sibTransId="{4A180731-918F-4DAF-A1D0-F1641C228DC2}"/>
    <dgm:cxn modelId="{B0F9D671-F416-41F7-8C1C-A812B8EECE65}" type="presOf" srcId="{761979B3-7E02-4200-887F-1E8B58600906}" destId="{3100C0E9-2E70-474D-BE0B-AD7CBC437129}" srcOrd="0" destOrd="2" presId="urn:microsoft.com/office/officeart/2005/8/layout/radial2"/>
    <dgm:cxn modelId="{B3D802EA-18A1-4232-830E-35271819B4E3}" type="presOf" srcId="{F266053E-9758-4931-AF3B-EF6806403FB9}" destId="{6E49AC4D-538C-43B8-9C92-32752E549896}" srcOrd="0" destOrd="0" presId="urn:microsoft.com/office/officeart/2005/8/layout/radial2"/>
    <dgm:cxn modelId="{14FE6936-C904-40A9-9393-F87F8ACB322F}" type="presOf" srcId="{1AB01861-B268-43B8-8ED0-89877FC4CF36}" destId="{54775E97-A535-49E1-BF88-29FE2487DD07}" srcOrd="0" destOrd="0" presId="urn:microsoft.com/office/officeart/2005/8/layout/radial2"/>
    <dgm:cxn modelId="{EDCEA1CE-1F5D-404F-AF51-EA73A88DB72A}" srcId="{38419760-1B3E-48A5-804F-61343E3910F5}" destId="{02E23BD0-E1B9-4D5C-BD22-1345D09EB0A2}" srcOrd="1" destOrd="0" parTransId="{EB43F907-1FB7-4C90-8A7D-37A68B042FEF}" sibTransId="{8A08BB04-A2E4-4115-8053-0D93F0FB539D}"/>
    <dgm:cxn modelId="{BBBAE063-C00B-4DA7-94B4-921A8FB7594E}" srcId="{1AB01861-B268-43B8-8ED0-89877FC4CF36}" destId="{F266053E-9758-4931-AF3B-EF6806403FB9}" srcOrd="0" destOrd="0" parTransId="{F9FEA140-3BBE-453F-B16E-54909FEAF9E2}" sibTransId="{F6C0A6AD-25A6-4C15-A71A-6C569AD00452}"/>
    <dgm:cxn modelId="{EB2CD2FA-7100-44D1-BAE9-8FFCCBD023EE}" type="presOf" srcId="{2032DA29-2325-4EE7-8588-CA548140011D}" destId="{8CA2827B-01B7-4BC6-90A6-16BD35C5DB68}" srcOrd="0" destOrd="0" presId="urn:microsoft.com/office/officeart/2005/8/layout/radial2"/>
    <dgm:cxn modelId="{9FC0C6E9-A137-44DA-B8AE-EC9389781B95}" type="presOf" srcId="{4AF943E3-FA6F-4FCC-A877-77D9CA705E95}" destId="{164DCB42-31B6-4429-A7A0-3D635C9F87C0}" srcOrd="0" destOrd="0" presId="urn:microsoft.com/office/officeart/2005/8/layout/radial2"/>
    <dgm:cxn modelId="{6B603B09-FF36-4CE7-9EAE-AFD8196645F1}" srcId="{4AF943E3-FA6F-4FCC-A877-77D9CA705E95}" destId="{1AB01861-B268-43B8-8ED0-89877FC4CF36}" srcOrd="1" destOrd="0" parTransId="{2032DA29-2325-4EE7-8588-CA548140011D}" sibTransId="{BA3F585D-E282-4CAE-83AB-6ED60D20BC20}"/>
    <dgm:cxn modelId="{311B8E1F-9760-49F7-AF2B-80E469D7467B}" type="presOf" srcId="{91D07D84-0AD4-4861-B03E-FF1EB24485A4}" destId="{3100C0E9-2E70-474D-BE0B-AD7CBC437129}" srcOrd="0" destOrd="0" presId="urn:microsoft.com/office/officeart/2005/8/layout/radial2"/>
    <dgm:cxn modelId="{98114744-D9D1-4616-8711-6F379F48BF94}" type="presOf" srcId="{477F564B-8DAB-4939-BE3D-920361958F70}" destId="{4263B743-D64D-48C6-B416-98F1283CCC72}" srcOrd="0" destOrd="0" presId="urn:microsoft.com/office/officeart/2005/8/layout/radial2"/>
    <dgm:cxn modelId="{B27E83DE-F044-4F38-8291-2C4954B734AF}" srcId="{38419760-1B3E-48A5-804F-61343E3910F5}" destId="{91D07D84-0AD4-4861-B03E-FF1EB24485A4}" srcOrd="0" destOrd="0" parTransId="{CA168592-335E-4ECD-B7CD-6CD5C022A16B}" sibTransId="{AC34F806-6AB7-4267-8A39-994A011630AA}"/>
    <dgm:cxn modelId="{C4D8C893-AD5F-40F1-BC47-37BE715C55AE}" type="presOf" srcId="{38419760-1B3E-48A5-804F-61343E3910F5}" destId="{DE8152A0-C157-46C8-96D0-60CA70B1656B}" srcOrd="0" destOrd="0" presId="urn:microsoft.com/office/officeart/2005/8/layout/radial2"/>
    <dgm:cxn modelId="{C10834E8-9FCC-4D13-BCFA-76259F588ED7}" srcId="{4AF943E3-FA6F-4FCC-A877-77D9CA705E95}" destId="{38419760-1B3E-48A5-804F-61343E3910F5}" srcOrd="0" destOrd="0" parTransId="{477F564B-8DAB-4939-BE3D-920361958F70}" sibTransId="{3BF7686F-B38A-4B14-984E-0A902C020FC0}"/>
    <dgm:cxn modelId="{E24C187E-3950-46BC-9D9E-5EE0B404947D}" srcId="{38419760-1B3E-48A5-804F-61343E3910F5}" destId="{761979B3-7E02-4200-887F-1E8B58600906}" srcOrd="2" destOrd="0" parTransId="{53B23339-D763-40CB-B3FA-9200DC847428}" sibTransId="{645EFD90-73E5-49CA-A2D4-F282E532AB48}"/>
    <dgm:cxn modelId="{878FD443-9097-4910-8CBD-DEF0FDD5FD42}" type="presOf" srcId="{02E23BD0-E1B9-4D5C-BD22-1345D09EB0A2}" destId="{3100C0E9-2E70-474D-BE0B-AD7CBC437129}" srcOrd="0" destOrd="1" presId="urn:microsoft.com/office/officeart/2005/8/layout/radial2"/>
    <dgm:cxn modelId="{E93F7BB0-4A69-467E-9047-2D7D7BFF3D22}" type="presOf" srcId="{210752A8-0C03-419E-9F6B-036058421702}" destId="{6E49AC4D-538C-43B8-9C92-32752E549896}" srcOrd="0" destOrd="1" presId="urn:microsoft.com/office/officeart/2005/8/layout/radial2"/>
    <dgm:cxn modelId="{BEC48E0D-AEF9-428B-9091-AFDFD4B44C4D}" type="presParOf" srcId="{164DCB42-31B6-4429-A7A0-3D635C9F87C0}" destId="{413D9540-5C22-44CD-B066-D28445F6F85A}" srcOrd="0" destOrd="0" presId="urn:microsoft.com/office/officeart/2005/8/layout/radial2"/>
    <dgm:cxn modelId="{1AFF2B7C-DE62-4A6C-8ABE-0D7316307685}" type="presParOf" srcId="{413D9540-5C22-44CD-B066-D28445F6F85A}" destId="{2788458F-9ECC-4392-A62A-110AD2F33685}" srcOrd="0" destOrd="0" presId="urn:microsoft.com/office/officeart/2005/8/layout/radial2"/>
    <dgm:cxn modelId="{8F4B01C7-5417-456A-B674-C52682699740}" type="presParOf" srcId="{2788458F-9ECC-4392-A62A-110AD2F33685}" destId="{BC8B9703-E7B9-4A8A-990E-1F650492094B}" srcOrd="0" destOrd="0" presId="urn:microsoft.com/office/officeart/2005/8/layout/radial2"/>
    <dgm:cxn modelId="{3B0DB6C7-735B-4EE8-9C36-1A82C6A8ADBD}" type="presParOf" srcId="{2788458F-9ECC-4392-A62A-110AD2F33685}" destId="{2CE7DCEE-4E04-4FF2-8110-B029D1E767B7}" srcOrd="1" destOrd="0" presId="urn:microsoft.com/office/officeart/2005/8/layout/radial2"/>
    <dgm:cxn modelId="{4D0401D9-9549-41D9-BD28-D3782DAFD0FC}" type="presParOf" srcId="{413D9540-5C22-44CD-B066-D28445F6F85A}" destId="{4263B743-D64D-48C6-B416-98F1283CCC72}" srcOrd="1" destOrd="0" presId="urn:microsoft.com/office/officeart/2005/8/layout/radial2"/>
    <dgm:cxn modelId="{A52BF12E-AA4B-4BC5-913F-7EE5B1F6556F}" type="presParOf" srcId="{413D9540-5C22-44CD-B066-D28445F6F85A}" destId="{303FA8E2-9E43-4501-9C3E-1540216E77D4}" srcOrd="2" destOrd="0" presId="urn:microsoft.com/office/officeart/2005/8/layout/radial2"/>
    <dgm:cxn modelId="{D34065A2-9C01-459A-93CA-6681D5B982FD}" type="presParOf" srcId="{303FA8E2-9E43-4501-9C3E-1540216E77D4}" destId="{DE8152A0-C157-46C8-96D0-60CA70B1656B}" srcOrd="0" destOrd="0" presId="urn:microsoft.com/office/officeart/2005/8/layout/radial2"/>
    <dgm:cxn modelId="{6C1502E4-F466-4280-AA4E-BBD51B1A1ED0}" type="presParOf" srcId="{303FA8E2-9E43-4501-9C3E-1540216E77D4}" destId="{3100C0E9-2E70-474D-BE0B-AD7CBC437129}" srcOrd="1" destOrd="0" presId="urn:microsoft.com/office/officeart/2005/8/layout/radial2"/>
    <dgm:cxn modelId="{5A4D081F-DF0A-417A-813C-EA61C39E5729}" type="presParOf" srcId="{413D9540-5C22-44CD-B066-D28445F6F85A}" destId="{8CA2827B-01B7-4BC6-90A6-16BD35C5DB68}" srcOrd="3" destOrd="0" presId="urn:microsoft.com/office/officeart/2005/8/layout/radial2"/>
    <dgm:cxn modelId="{939C48F6-D56F-4CC8-957A-648C19177C05}" type="presParOf" srcId="{413D9540-5C22-44CD-B066-D28445F6F85A}" destId="{263CE610-0727-49B8-92F2-652204553FCE}" srcOrd="4" destOrd="0" presId="urn:microsoft.com/office/officeart/2005/8/layout/radial2"/>
    <dgm:cxn modelId="{5F6CCB7A-1B94-44FF-8A47-20907C86E67C}" type="presParOf" srcId="{263CE610-0727-49B8-92F2-652204553FCE}" destId="{54775E97-A535-49E1-BF88-29FE2487DD07}" srcOrd="0" destOrd="0" presId="urn:microsoft.com/office/officeart/2005/8/layout/radial2"/>
    <dgm:cxn modelId="{39E2087D-1504-4E13-AD5B-05A736DA283F}" type="presParOf" srcId="{263CE610-0727-49B8-92F2-652204553FCE}" destId="{6E49AC4D-538C-43B8-9C92-32752E549896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2827B-01B7-4BC6-90A6-16BD35C5DB68}">
      <dsp:nvSpPr>
        <dsp:cNvPr id="0" name=""/>
        <dsp:cNvSpPr/>
      </dsp:nvSpPr>
      <dsp:spPr>
        <a:xfrm rot="1770689">
          <a:off x="1613390" y="2764061"/>
          <a:ext cx="536693" cy="67060"/>
        </a:xfrm>
        <a:custGeom>
          <a:avLst/>
          <a:gdLst/>
          <a:ahLst/>
          <a:cxnLst/>
          <a:rect l="0" t="0" r="0" b="0"/>
          <a:pathLst>
            <a:path>
              <a:moveTo>
                <a:pt x="0" y="33530"/>
              </a:moveTo>
              <a:lnTo>
                <a:pt x="536693" y="3353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63B743-D64D-48C6-B416-98F1283CCC72}">
      <dsp:nvSpPr>
        <dsp:cNvPr id="0" name=""/>
        <dsp:cNvSpPr/>
      </dsp:nvSpPr>
      <dsp:spPr>
        <a:xfrm rot="19833593">
          <a:off x="1613063" y="1681085"/>
          <a:ext cx="544303" cy="67060"/>
        </a:xfrm>
        <a:custGeom>
          <a:avLst/>
          <a:gdLst/>
          <a:ahLst/>
          <a:cxnLst/>
          <a:rect l="0" t="0" r="0" b="0"/>
          <a:pathLst>
            <a:path>
              <a:moveTo>
                <a:pt x="0" y="33530"/>
              </a:moveTo>
              <a:lnTo>
                <a:pt x="544303" y="3353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E7DCEE-4E04-4FF2-8110-B029D1E767B7}">
      <dsp:nvSpPr>
        <dsp:cNvPr id="0" name=""/>
        <dsp:cNvSpPr/>
      </dsp:nvSpPr>
      <dsp:spPr>
        <a:xfrm>
          <a:off x="-107050" y="1188359"/>
          <a:ext cx="2065007" cy="2135878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tile tx="0" ty="0" sx="100000" sy="100000" flip="none" algn="tl"/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152A0-C157-46C8-96D0-60CA70B1656B}">
      <dsp:nvSpPr>
        <dsp:cNvPr id="0" name=""/>
        <dsp:cNvSpPr/>
      </dsp:nvSpPr>
      <dsp:spPr>
        <a:xfrm>
          <a:off x="2023465" y="427419"/>
          <a:ext cx="1541259" cy="15484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r>
            <a:rPr lang="en-US" sz="1900" b="1" i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49177" y="654185"/>
        <a:ext cx="1089835" cy="1094926"/>
      </dsp:txXfrm>
    </dsp:sp>
    <dsp:sp modelId="{3100C0E9-2E70-474D-BE0B-AD7CBC437129}">
      <dsp:nvSpPr>
        <dsp:cNvPr id="0" name=""/>
        <dsp:cNvSpPr/>
      </dsp:nvSpPr>
      <dsp:spPr>
        <a:xfrm>
          <a:off x="3310806" y="427419"/>
          <a:ext cx="2311889" cy="1548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3100" b="1" i="0" kern="1200" dirty="0" smtClean="0">
              <a:solidFill>
                <a:srgbClr val="00B0F0"/>
              </a:solidFill>
            </a:rPr>
            <a:t>HTML</a:t>
          </a:r>
          <a:endParaRPr lang="en-US" sz="3100" kern="1200" dirty="0">
            <a:solidFill>
              <a:srgbClr val="00B0F0"/>
            </a:solidFill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3100" b="1" i="0" kern="1200" dirty="0" smtClean="0">
              <a:solidFill>
                <a:srgbClr val="00B0F0"/>
              </a:solidFill>
            </a:rPr>
            <a:t>CSS </a:t>
          </a:r>
          <a:endParaRPr lang="en-US" sz="3100" kern="1200" dirty="0">
            <a:solidFill>
              <a:srgbClr val="00B0F0"/>
            </a:solidFill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3100" b="1" i="0" kern="1200" dirty="0" smtClean="0">
              <a:solidFill>
                <a:srgbClr val="00B0F0"/>
              </a:solidFill>
            </a:rPr>
            <a:t>JavaScript</a:t>
          </a:r>
          <a:endParaRPr lang="en-US" sz="3100" kern="1200" dirty="0">
            <a:solidFill>
              <a:srgbClr val="00B0F0"/>
            </a:solidFill>
          </a:endParaRPr>
        </a:p>
      </dsp:txBody>
      <dsp:txXfrm>
        <a:off x="3310806" y="427419"/>
        <a:ext cx="2311889" cy="1548458"/>
      </dsp:txXfrm>
    </dsp:sp>
    <dsp:sp modelId="{54775E97-A535-49E1-BF88-29FE2487DD07}">
      <dsp:nvSpPr>
        <dsp:cNvPr id="0" name=""/>
        <dsp:cNvSpPr/>
      </dsp:nvSpPr>
      <dsp:spPr>
        <a:xfrm>
          <a:off x="1996339" y="2587587"/>
          <a:ext cx="1584662" cy="14467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US" sz="2300" kern="1200" dirty="0">
            <a:solidFill>
              <a:srgbClr val="00B0F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8407" y="2799455"/>
        <a:ext cx="1120526" cy="1022987"/>
      </dsp:txXfrm>
    </dsp:sp>
    <dsp:sp modelId="{6E49AC4D-538C-43B8-9C92-32752E549896}">
      <dsp:nvSpPr>
        <dsp:cNvPr id="0" name=""/>
        <dsp:cNvSpPr/>
      </dsp:nvSpPr>
      <dsp:spPr>
        <a:xfrm>
          <a:off x="3272829" y="2587587"/>
          <a:ext cx="2376993" cy="144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1" i="0" kern="1200" dirty="0" smtClean="0">
              <a:solidFill>
                <a:srgbClr val="00B0F0"/>
              </a:solidFill>
            </a:rPr>
            <a:t>MySQL</a:t>
          </a:r>
          <a:endParaRPr lang="en-US" sz="3100" kern="1200" dirty="0">
            <a:solidFill>
              <a:srgbClr val="00B0F0"/>
            </a:solidFill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1" i="0" kern="1200" dirty="0" smtClean="0">
              <a:solidFill>
                <a:srgbClr val="00B0F0"/>
              </a:solidFill>
            </a:rPr>
            <a:t>PHP</a:t>
          </a:r>
          <a:endParaRPr lang="en-US" sz="3100" kern="1200" dirty="0">
            <a:solidFill>
              <a:srgbClr val="00B0F0"/>
            </a:solidFill>
          </a:endParaRPr>
        </a:p>
      </dsp:txBody>
      <dsp:txXfrm>
        <a:off x="3272829" y="2587587"/>
        <a:ext cx="2376993" cy="1446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016D9A-3FBC-4A67-83CC-7CA23C4202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72B36-6B1B-49A0-81D0-2A3368DAE1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D1CBB-51B7-466D-A12C-34CC737FA753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0D2D9-1230-442E-AC2D-87118E0155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28F8A-51C7-41AD-99AF-8E6B05CDF2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6873F-6155-4AD5-8DE7-0500B5F2F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039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A2D62B1D-0F52-4F0C-AB9A-0270353A7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AutoShape 2">
            <a:extLst>
              <a:ext uri="{FF2B5EF4-FFF2-40B4-BE49-F238E27FC236}">
                <a16:creationId xmlns:a16="http://schemas.microsoft.com/office/drawing/2014/main" id="{CAE315EA-B9C1-4A13-B3C5-2CA22983F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AutoShape 3">
            <a:extLst>
              <a:ext uri="{FF2B5EF4-FFF2-40B4-BE49-F238E27FC236}">
                <a16:creationId xmlns:a16="http://schemas.microsoft.com/office/drawing/2014/main" id="{C3844D79-63D6-4EEB-8724-36A42CE98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AutoShape 4">
            <a:extLst>
              <a:ext uri="{FF2B5EF4-FFF2-40B4-BE49-F238E27FC236}">
                <a16:creationId xmlns:a16="http://schemas.microsoft.com/office/drawing/2014/main" id="{F3064A95-D558-4967-A1A5-FA0585499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AutoShape 5">
            <a:extLst>
              <a:ext uri="{FF2B5EF4-FFF2-40B4-BE49-F238E27FC236}">
                <a16:creationId xmlns:a16="http://schemas.microsoft.com/office/drawing/2014/main" id="{0491BC74-1662-4229-B53A-ED387B293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4" name="AutoShape 6">
            <a:extLst>
              <a:ext uri="{FF2B5EF4-FFF2-40B4-BE49-F238E27FC236}">
                <a16:creationId xmlns:a16="http://schemas.microsoft.com/office/drawing/2014/main" id="{79748E63-79C0-4665-AF70-C8B80E910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AutoShape 7">
            <a:extLst>
              <a:ext uri="{FF2B5EF4-FFF2-40B4-BE49-F238E27FC236}">
                <a16:creationId xmlns:a16="http://schemas.microsoft.com/office/drawing/2014/main" id="{91550F06-E446-4890-A07B-B5A0FED00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79F8ED13-EBA9-46B8-9570-5A207318EA8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2250" y="812800"/>
            <a:ext cx="7102475" cy="399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44B7A3D8-BB67-4BB1-A564-AEEBB7FE632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35675" cy="479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B82677E6-D71A-48F2-B5D3-1DC24EE9CB82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686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A54ED85A-D8BF-4CDA-A31C-92037B5A78C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6866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3347D1E4-96B9-4ACE-ABBE-EEE772B91F8C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686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r>
              <a:rPr lang="en-US" altLang="en-US"/>
              <a:t>Development and Implementation of a Chatbot using JavaScript 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2CA72AFC-6B24-437C-8D78-9DD32FC38B7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6866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B07E6063-C928-4455-9D46-FFAC1569211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8679CC16-24E1-4EFD-BE0D-DF35554B08E5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Development and Implementation of a Chatbot using JavaScript 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DC9F617-BA78-4865-9949-2ACA50FF85E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66126F1-CCC1-4C94-8D78-7B81B4D6F734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1265" name="Rectangle 1">
            <a:extLst>
              <a:ext uri="{FF2B5EF4-FFF2-40B4-BE49-F238E27FC236}">
                <a16:creationId xmlns:a16="http://schemas.microsoft.com/office/drawing/2014/main" id="{532D2AE2-1928-4304-B688-05A627235E6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F4C4D3A6-1371-4783-B837-46AC9D99787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3613" cy="48069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5F25ACC-246C-4600-B365-0D45C1F91022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C801664-F3A8-47B7-8339-CFB7E76AFF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215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763A-B913-43ED-83BF-ABDA8E770567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8265B-E22D-4262-A201-9436554CFA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601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5696-6591-43F0-A063-51EA475238A3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FC410-6AFB-4673-9FB6-0964A2CC7F9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44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5A67B-50BB-49E5-906C-87CEAA9FE6F7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7F73B-4911-4FEE-877F-DDA4B4180CD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802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926-F293-4BA2-8D67-1439DB55E39A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5DD96-9547-4257-AD9C-97D6C1B6A23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64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2606-8B92-4C78-9D32-971B12B70F1F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F0540-B52E-414A-BC8F-931973EC15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01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51EB2-02D4-440A-80FF-AFE3E55CA056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94D0-AB84-4D62-A6E2-502B046E02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23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4ABC-325A-46E4-9A50-14B81A937E96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52E6A-9A7D-4226-BBAC-C6DB4C11F30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9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EEA1-2916-431F-8CF6-270449F510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5FCB5-4972-4507-B6CD-848D9F8528F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59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66556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39559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68557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87397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8935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133306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CB56576-C472-4116-9FF1-0C883314B2CA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D7C6B-1CEF-44EE-964E-C7C995B2FB5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25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3B61850-4560-486C-B5AC-8F750F9C75D2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8068-EF8E-435F-98A9-DFA8AFE93C6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06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6674-7BA9-43C3-A829-874F7FEC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271464"/>
            <a:ext cx="10955867" cy="1131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D4FE2-4199-403A-B75E-398F1CE53E0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7484" y="6243639"/>
            <a:ext cx="2825749" cy="458787"/>
          </a:xfrm>
        </p:spPr>
        <p:txBody>
          <a:bodyPr/>
          <a:lstStyle>
            <a:lvl1pPr>
              <a:defRPr/>
            </a:lvl1pPr>
          </a:lstStyle>
          <a:p>
            <a:fld id="{B69C85A2-38F6-44A8-AA28-664CC5F4DEA7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2C83B-2AD2-4403-A78F-45630B2F449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7718" y="6243639"/>
            <a:ext cx="3848100" cy="458787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A83A6-FA54-462A-B54F-6F40FC1988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9718" y="6243639"/>
            <a:ext cx="2825749" cy="458787"/>
          </a:xfrm>
        </p:spPr>
        <p:txBody>
          <a:bodyPr/>
          <a:lstStyle>
            <a:lvl1pPr>
              <a:defRPr/>
            </a:lvl1pPr>
          </a:lstStyle>
          <a:p>
            <a:fld id="{ADE5F1F8-7BA0-400C-B0A2-5D8AAABB12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05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437A468-A0C6-4DF9-9A26-ECFEEA16D8D8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7951E2B-CB99-47AC-8927-2426FEE7B99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1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644893" y="1771877"/>
            <a:ext cx="11067005" cy="2366725"/>
          </a:xfrm>
          <a:custGeom>
            <a:avLst/>
            <a:gdLst/>
            <a:ahLst/>
            <a:cxnLst/>
            <a:rect l="l" t="t" r="r" b="b"/>
            <a:pathLst>
              <a:path w="11032489" h="2366725">
                <a:moveTo>
                  <a:pt x="2489831" y="574389"/>
                </a:moveTo>
                <a:lnTo>
                  <a:pt x="2247797" y="1370969"/>
                </a:lnTo>
                <a:lnTo>
                  <a:pt x="2734416" y="1370969"/>
                </a:lnTo>
                <a:close/>
                <a:moveTo>
                  <a:pt x="8310085" y="537195"/>
                </a:moveTo>
                <a:cubicBezTo>
                  <a:pt x="8172031" y="537195"/>
                  <a:pt x="8061185" y="586068"/>
                  <a:pt x="7977547" y="683814"/>
                </a:cubicBezTo>
                <a:cubicBezTo>
                  <a:pt x="7893909" y="781560"/>
                  <a:pt x="7852089" y="943295"/>
                  <a:pt x="7852089" y="1169017"/>
                </a:cubicBezTo>
                <a:cubicBezTo>
                  <a:pt x="7852089" y="1392724"/>
                  <a:pt x="7893657" y="1553451"/>
                  <a:pt x="7976791" y="1651197"/>
                </a:cubicBezTo>
                <a:cubicBezTo>
                  <a:pt x="8059926" y="1748943"/>
                  <a:pt x="8173039" y="1797816"/>
                  <a:pt x="8316131" y="1797816"/>
                </a:cubicBezTo>
                <a:cubicBezTo>
                  <a:pt x="8463254" y="1797816"/>
                  <a:pt x="8577123" y="1749951"/>
                  <a:pt x="8657738" y="1654220"/>
                </a:cubicBezTo>
                <a:cubicBezTo>
                  <a:pt x="8738353" y="1558489"/>
                  <a:pt x="8778661" y="1386678"/>
                  <a:pt x="8778661" y="1138786"/>
                </a:cubicBezTo>
                <a:cubicBezTo>
                  <a:pt x="8778661" y="930195"/>
                  <a:pt x="8736590" y="777781"/>
                  <a:pt x="8652448" y="681547"/>
                </a:cubicBezTo>
                <a:cubicBezTo>
                  <a:pt x="8568305" y="585312"/>
                  <a:pt x="8454185" y="537195"/>
                  <a:pt x="8310085" y="537195"/>
                </a:cubicBezTo>
                <a:close/>
                <a:moveTo>
                  <a:pt x="3005913" y="0"/>
                </a:moveTo>
                <a:lnTo>
                  <a:pt x="3690638" y="0"/>
                </a:lnTo>
                <a:lnTo>
                  <a:pt x="3690638" y="1670247"/>
                </a:lnTo>
                <a:lnTo>
                  <a:pt x="4172919" y="1670247"/>
                </a:lnTo>
                <a:lnTo>
                  <a:pt x="4134977" y="1553463"/>
                </a:lnTo>
                <a:cubicBezTo>
                  <a:pt x="4107266" y="1440674"/>
                  <a:pt x="4093410" y="1315548"/>
                  <a:pt x="4093410" y="1178085"/>
                </a:cubicBezTo>
                <a:cubicBezTo>
                  <a:pt x="4093410" y="811538"/>
                  <a:pt x="4190904" y="529825"/>
                  <a:pt x="4385892" y="332948"/>
                </a:cubicBezTo>
                <a:cubicBezTo>
                  <a:pt x="4580880" y="136070"/>
                  <a:pt x="4856735" y="37631"/>
                  <a:pt x="5213458" y="37631"/>
                </a:cubicBezTo>
                <a:cubicBezTo>
                  <a:pt x="5283240" y="37631"/>
                  <a:pt x="5349291" y="41158"/>
                  <a:pt x="5411611" y="48212"/>
                </a:cubicBezTo>
                <a:lnTo>
                  <a:pt x="5530152" y="69620"/>
                </a:lnTo>
                <a:lnTo>
                  <a:pt x="5527708" y="65974"/>
                </a:lnTo>
                <a:lnTo>
                  <a:pt x="6288294" y="65974"/>
                </a:lnTo>
                <a:lnTo>
                  <a:pt x="6734740" y="813523"/>
                </a:lnTo>
                <a:lnTo>
                  <a:pt x="7182107" y="65974"/>
                </a:lnTo>
                <a:lnTo>
                  <a:pt x="7924691" y="65974"/>
                </a:lnTo>
                <a:lnTo>
                  <a:pt x="7940254" y="61250"/>
                </a:lnTo>
                <a:cubicBezTo>
                  <a:pt x="8052911" y="32909"/>
                  <a:pt x="8176692" y="18738"/>
                  <a:pt x="8311596" y="18738"/>
                </a:cubicBezTo>
                <a:cubicBezTo>
                  <a:pt x="8542105" y="18738"/>
                  <a:pt x="8739550" y="57413"/>
                  <a:pt x="8903930" y="134761"/>
                </a:cubicBezTo>
                <a:lnTo>
                  <a:pt x="8933697" y="150814"/>
                </a:lnTo>
                <a:lnTo>
                  <a:pt x="9552696" y="150814"/>
                </a:lnTo>
                <a:lnTo>
                  <a:pt x="10387063" y="1376764"/>
                </a:lnTo>
                <a:lnTo>
                  <a:pt x="10387063" y="150814"/>
                </a:lnTo>
                <a:lnTo>
                  <a:pt x="11032489" y="150814"/>
                </a:lnTo>
                <a:lnTo>
                  <a:pt x="11032489" y="2366725"/>
                </a:lnTo>
                <a:lnTo>
                  <a:pt x="10387063" y="2366725"/>
                </a:lnTo>
                <a:lnTo>
                  <a:pt x="9557230" y="1150033"/>
                </a:lnTo>
                <a:lnTo>
                  <a:pt x="9557230" y="2366725"/>
                </a:lnTo>
                <a:lnTo>
                  <a:pt x="8913316" y="2366725"/>
                </a:lnTo>
                <a:lnTo>
                  <a:pt x="8913316" y="2191036"/>
                </a:lnTo>
                <a:lnTo>
                  <a:pt x="8823582" y="2232430"/>
                </a:lnTo>
                <a:cubicBezTo>
                  <a:pt x="8684804" y="2284294"/>
                  <a:pt x="8523211" y="2310226"/>
                  <a:pt x="8338804" y="2310226"/>
                </a:cubicBezTo>
                <a:cubicBezTo>
                  <a:pt x="8088897" y="2310226"/>
                  <a:pt x="7882068" y="2270423"/>
                  <a:pt x="7718319" y="2190815"/>
                </a:cubicBezTo>
                <a:cubicBezTo>
                  <a:pt x="7554569" y="2111208"/>
                  <a:pt x="7421805" y="1985246"/>
                  <a:pt x="7320029" y="1812931"/>
                </a:cubicBezTo>
                <a:cubicBezTo>
                  <a:pt x="7243696" y="1683695"/>
                  <a:pt x="7195988" y="1530085"/>
                  <a:pt x="7176905" y="1352102"/>
                </a:cubicBezTo>
                <a:lnTo>
                  <a:pt x="7169877" y="1215022"/>
                </a:lnTo>
                <a:lnTo>
                  <a:pt x="7077032" y="1353802"/>
                </a:lnTo>
                <a:lnTo>
                  <a:pt x="7077032" y="2281885"/>
                </a:lnTo>
                <a:lnTo>
                  <a:pt x="6390795" y="2281885"/>
                </a:lnTo>
                <a:lnTo>
                  <a:pt x="6390795" y="1353802"/>
                </a:lnTo>
                <a:lnTo>
                  <a:pt x="6004003" y="776664"/>
                </a:lnTo>
                <a:lnTo>
                  <a:pt x="5623084" y="861418"/>
                </a:lnTo>
                <a:cubicBezTo>
                  <a:pt x="5601922" y="793903"/>
                  <a:pt x="5579753" y="744526"/>
                  <a:pt x="5556576" y="713288"/>
                </a:cubicBezTo>
                <a:cubicBezTo>
                  <a:pt x="5518284" y="660888"/>
                  <a:pt x="5471427" y="620580"/>
                  <a:pt x="5416004" y="592365"/>
                </a:cubicBezTo>
                <a:cubicBezTo>
                  <a:pt x="5360580" y="564150"/>
                  <a:pt x="5298607" y="550042"/>
                  <a:pt x="5230085" y="550042"/>
                </a:cubicBezTo>
                <a:cubicBezTo>
                  <a:pt x="5074900" y="550042"/>
                  <a:pt x="4955993" y="612448"/>
                  <a:pt x="4873362" y="737260"/>
                </a:cubicBezTo>
                <a:cubicBezTo>
                  <a:pt x="4810885" y="829857"/>
                  <a:pt x="4779647" y="975287"/>
                  <a:pt x="4779647" y="1173551"/>
                </a:cubicBezTo>
                <a:cubicBezTo>
                  <a:pt x="4779647" y="1419144"/>
                  <a:pt x="4816932" y="1587483"/>
                  <a:pt x="4891501" y="1678569"/>
                </a:cubicBezTo>
                <a:cubicBezTo>
                  <a:pt x="4966070" y="1769655"/>
                  <a:pt x="5070869" y="1815197"/>
                  <a:pt x="5205900" y="1815197"/>
                </a:cubicBezTo>
                <a:cubicBezTo>
                  <a:pt x="5336900" y="1815197"/>
                  <a:pt x="5435906" y="1778417"/>
                  <a:pt x="5502917" y="1704855"/>
                </a:cubicBezTo>
                <a:cubicBezTo>
                  <a:pt x="5569928" y="1631294"/>
                  <a:pt x="5618549" y="1524479"/>
                  <a:pt x="5648780" y="1384410"/>
                </a:cubicBezTo>
                <a:lnTo>
                  <a:pt x="6248860" y="1565794"/>
                </a:lnTo>
                <a:cubicBezTo>
                  <a:pt x="6208552" y="1734078"/>
                  <a:pt x="6145068" y="1874651"/>
                  <a:pt x="6058406" y="1987512"/>
                </a:cubicBezTo>
                <a:cubicBezTo>
                  <a:pt x="5971745" y="2100374"/>
                  <a:pt x="5864174" y="2185524"/>
                  <a:pt x="5735693" y="2242962"/>
                </a:cubicBezTo>
                <a:cubicBezTo>
                  <a:pt x="5607213" y="2300400"/>
                  <a:pt x="5443715" y="2329119"/>
                  <a:pt x="5245200" y="2329119"/>
                </a:cubicBezTo>
                <a:cubicBezTo>
                  <a:pt x="5004362" y="2329119"/>
                  <a:pt x="4807610" y="2294126"/>
                  <a:pt x="4654945" y="2224139"/>
                </a:cubicBezTo>
                <a:lnTo>
                  <a:pt x="4640377" y="2215911"/>
                </a:lnTo>
                <a:lnTo>
                  <a:pt x="3704347" y="2215911"/>
                </a:lnTo>
                <a:lnTo>
                  <a:pt x="3704349" y="2215917"/>
                </a:lnTo>
                <a:lnTo>
                  <a:pt x="2987316" y="2215917"/>
                </a:lnTo>
                <a:lnTo>
                  <a:pt x="2876454" y="1850125"/>
                </a:lnTo>
                <a:lnTo>
                  <a:pt x="2120685" y="1850125"/>
                </a:lnTo>
                <a:lnTo>
                  <a:pt x="2120685" y="2215918"/>
                </a:lnTo>
                <a:lnTo>
                  <a:pt x="1432936" y="2215918"/>
                </a:lnTo>
                <a:lnTo>
                  <a:pt x="1432936" y="2215917"/>
                </a:lnTo>
                <a:lnTo>
                  <a:pt x="1291939" y="2215917"/>
                </a:lnTo>
                <a:lnTo>
                  <a:pt x="1432936" y="1840779"/>
                </a:lnTo>
                <a:lnTo>
                  <a:pt x="1432936" y="1319578"/>
                </a:lnTo>
                <a:lnTo>
                  <a:pt x="684726" y="1319578"/>
                </a:lnTo>
                <a:lnTo>
                  <a:pt x="684726" y="2215918"/>
                </a:lnTo>
                <a:lnTo>
                  <a:pt x="0" y="2215918"/>
                </a:lnTo>
                <a:lnTo>
                  <a:pt x="0" y="7"/>
                </a:lnTo>
                <a:lnTo>
                  <a:pt x="684726" y="7"/>
                </a:lnTo>
                <a:lnTo>
                  <a:pt x="684726" y="775425"/>
                </a:lnTo>
                <a:lnTo>
                  <a:pt x="1432936" y="775425"/>
                </a:lnTo>
                <a:lnTo>
                  <a:pt x="1432936" y="7"/>
                </a:lnTo>
                <a:lnTo>
                  <a:pt x="2120685" y="7"/>
                </a:lnTo>
                <a:lnTo>
                  <a:pt x="2120685" y="10943"/>
                </a:lnTo>
                <a:lnTo>
                  <a:pt x="2124795" y="6"/>
                </a:lnTo>
                <a:lnTo>
                  <a:pt x="2871683" y="6"/>
                </a:lnTo>
                <a:lnTo>
                  <a:pt x="3005913" y="35722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4400" dirty="0">
              <a:ln>
                <a:solidFill>
                  <a:schemeClr val="tx1"/>
                </a:solidFill>
              </a:ln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45722" y="4355191"/>
            <a:ext cx="4340440" cy="1895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Presenters</a:t>
            </a:r>
          </a:p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Bibas Basnet</a:t>
            </a:r>
          </a:p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Bonas Paudel</a:t>
            </a:r>
          </a:p>
          <a:p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October,3 2023</a:t>
            </a:r>
          </a:p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BCA 4</a:t>
            </a:r>
            <a:r>
              <a:rPr lang="en-US" b="1" baseline="30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semester, Batch 2077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9363" y="461914"/>
            <a:ext cx="3432637" cy="607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Proposal Presentation</a:t>
            </a:r>
          </a:p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Birat Kshitiz College, Biratnagar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9C85A2-38F6-44A8-AA28-664CC5F4DEA7}" type="datetime1">
              <a:rPr lang="en-US" altLang="en-US" smtClean="0"/>
              <a:t>12/11/2023</a:t>
            </a:fld>
            <a:endParaRPr lang="en-NZ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5F1F8-7BA0-400C-B0A2-5D8AAABB1268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-32994"/>
            <a:ext cx="7426960" cy="6858000"/>
          </a:xfrm>
          <a:prstGeom prst="rect">
            <a:avLst/>
          </a:prstGeom>
          <a:noFill/>
          <a:ln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3530" y="2397039"/>
            <a:ext cx="5242141" cy="173816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dirty="0">
                <a:ln w="0"/>
                <a:solidFill>
                  <a:srgbClr val="7C7C7C"/>
                </a:solidFill>
                <a:effectLst>
                  <a:innerShdw blurRad="63500" dist="203200" dir="18900000">
                    <a:prstClr val="black">
                      <a:alpha val="50000"/>
                    </a:prstClr>
                  </a:innerShdw>
                </a:effectLst>
                <a:latin typeface="Bauhaus 93" panose="04030905020B02020C02" pitchFamily="82" charset="0"/>
                <a:cs typeface="Times New Roman" panose="02020603050405020304" pitchFamily="18" charset="0"/>
              </a:rPr>
              <a:t>Agenda</a:t>
            </a:r>
            <a:endParaRPr lang="en-US" sz="11500" b="0" cap="none" spc="0" dirty="0">
              <a:ln w="0"/>
              <a:solidFill>
                <a:srgbClr val="7C7C7C"/>
              </a:solidFill>
              <a:effectLst>
                <a:innerShdw blurRad="63500" dist="203200" dir="18900000">
                  <a:prstClr val="black">
                    <a:alpha val="50000"/>
                  </a:prstClr>
                </a:innerShdw>
              </a:effectLst>
              <a:latin typeface="Bauhaus 93" panose="04030905020B02020C02" pitchFamily="82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6975835" y="0"/>
            <a:ext cx="1" cy="6825006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5967419" y="-114004"/>
            <a:ext cx="1583757" cy="786742"/>
            <a:chOff x="5976593" y="523584"/>
            <a:chExt cx="1583757" cy="786742"/>
          </a:xfrm>
        </p:grpSpPr>
        <p:sp>
          <p:nvSpPr>
            <p:cNvPr id="11" name="Freeform 10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solidFill>
              <a:srgbClr val="FFC000"/>
            </a:solidFill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943600" y="685800"/>
            <a:ext cx="1583757" cy="865416"/>
            <a:chOff x="5976593" y="523584"/>
            <a:chExt cx="1583757" cy="786742"/>
          </a:xfrm>
          <a:solidFill>
            <a:schemeClr val="accent2">
              <a:lumMod val="75000"/>
            </a:schemeClr>
          </a:solidFill>
        </p:grpSpPr>
        <p:sp>
          <p:nvSpPr>
            <p:cNvPr id="17" name="Freeform 16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grpFill/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5976585" y="1600200"/>
            <a:ext cx="1583757" cy="786742"/>
            <a:chOff x="5976593" y="523584"/>
            <a:chExt cx="1583757" cy="786742"/>
          </a:xfrm>
          <a:solidFill>
            <a:srgbClr val="FF0000"/>
          </a:solidFill>
        </p:grpSpPr>
        <p:sp>
          <p:nvSpPr>
            <p:cNvPr id="23" name="Freeform 22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grpFill/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967419" y="2438400"/>
            <a:ext cx="1583757" cy="786742"/>
            <a:chOff x="5976593" y="523584"/>
            <a:chExt cx="1583757" cy="786742"/>
          </a:xfrm>
          <a:solidFill>
            <a:schemeClr val="accent5">
              <a:lumMod val="75000"/>
            </a:schemeClr>
          </a:solidFill>
        </p:grpSpPr>
        <p:sp>
          <p:nvSpPr>
            <p:cNvPr id="29" name="Freeform 28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grpFill/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5967419" y="3276600"/>
            <a:ext cx="1583757" cy="786742"/>
            <a:chOff x="5976593" y="523584"/>
            <a:chExt cx="1583757" cy="786742"/>
          </a:xfrm>
          <a:solidFill>
            <a:schemeClr val="accent6"/>
          </a:solidFill>
        </p:grpSpPr>
        <p:sp>
          <p:nvSpPr>
            <p:cNvPr id="35" name="Freeform 34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grpFill/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5976585" y="5009192"/>
            <a:ext cx="1583757" cy="786742"/>
            <a:chOff x="5976593" y="523584"/>
            <a:chExt cx="1583757" cy="786742"/>
          </a:xfrm>
          <a:solidFill>
            <a:srgbClr val="00B050"/>
          </a:solidFill>
        </p:grpSpPr>
        <p:sp>
          <p:nvSpPr>
            <p:cNvPr id="41" name="Freeform 40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grpFill/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5976585" y="4114800"/>
            <a:ext cx="1583757" cy="786742"/>
            <a:chOff x="5976593" y="523584"/>
            <a:chExt cx="1583757" cy="786742"/>
          </a:xfrm>
          <a:solidFill>
            <a:srgbClr val="7030A0"/>
          </a:solidFill>
        </p:grpSpPr>
        <p:sp>
          <p:nvSpPr>
            <p:cNvPr id="47" name="Freeform 46"/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grpFill/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/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grpFill/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6625736" y="111800"/>
            <a:ext cx="77550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uhaus 93" panose="04030905020B02020C02" pitchFamily="82" charset="0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7403" y="990600"/>
            <a:ext cx="77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0737" y="1848840"/>
            <a:ext cx="77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7243" y="2696413"/>
            <a:ext cx="77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9725" y="3528826"/>
            <a:ext cx="77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36554" y="4368225"/>
            <a:ext cx="77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9539" y="5232958"/>
            <a:ext cx="77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07</a:t>
            </a:r>
          </a:p>
        </p:txBody>
      </p:sp>
      <p:sp>
        <p:nvSpPr>
          <p:cNvPr id="60" name="TextBox 59"/>
          <p:cNvSpPr txBox="1"/>
          <p:nvPr/>
        </p:nvSpPr>
        <p:spPr>
          <a:xfrm flipH="1">
            <a:off x="8283546" y="1097832"/>
            <a:ext cx="2097082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51382" y="228600"/>
            <a:ext cx="2031325" cy="3499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55862" y="1981200"/>
            <a:ext cx="2824235" cy="3499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64727" y="2819400"/>
            <a:ext cx="2949489" cy="34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USE-CASE DIAGRAM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90642" y="3657600"/>
            <a:ext cx="2959143" cy="3499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96842" y="4495800"/>
            <a:ext cx="2095445" cy="3499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83296" y="5365032"/>
            <a:ext cx="1749197" cy="3499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E7E34D-E745-D90C-D92F-B246261933C9}"/>
              </a:ext>
            </a:extLst>
          </p:cNvPr>
          <p:cNvGrpSpPr/>
          <p:nvPr/>
        </p:nvGrpSpPr>
        <p:grpSpPr>
          <a:xfrm>
            <a:off x="5976585" y="5903496"/>
            <a:ext cx="1583757" cy="786742"/>
            <a:chOff x="5976593" y="523584"/>
            <a:chExt cx="1583757" cy="786742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C7DA4A13-0DAE-C2F9-BAEF-DD6F481AE744}"/>
                </a:ext>
              </a:extLst>
            </p:cNvPr>
            <p:cNvSpPr/>
            <p:nvPr/>
          </p:nvSpPr>
          <p:spPr>
            <a:xfrm>
              <a:off x="5976593" y="523584"/>
              <a:ext cx="1583757" cy="786742"/>
            </a:xfrm>
            <a:custGeom>
              <a:avLst/>
              <a:gdLst>
                <a:gd name="connsiteX0" fmla="*/ 886120 w 3450210"/>
                <a:gd name="connsiteY0" fmla="*/ 292231 h 1018097"/>
                <a:gd name="connsiteX1" fmla="*/ 886120 w 3450210"/>
                <a:gd name="connsiteY1" fmla="*/ 292233 h 1018097"/>
                <a:gd name="connsiteX2" fmla="*/ 3450210 w 3450210"/>
                <a:gd name="connsiteY2" fmla="*/ 292233 h 1018097"/>
                <a:gd name="connsiteX3" fmla="*/ 3450210 w 3450210"/>
                <a:gd name="connsiteY3" fmla="*/ 1018097 h 1018097"/>
                <a:gd name="connsiteX4" fmla="*/ 886119 w 3450210"/>
                <a:gd name="connsiteY4" fmla="*/ 1018097 h 1018097"/>
                <a:gd name="connsiteX5" fmla="*/ 886119 w 3450210"/>
                <a:gd name="connsiteY5" fmla="*/ 1018095 h 1018097"/>
                <a:gd name="connsiteX6" fmla="*/ 0 w 3450210"/>
                <a:gd name="connsiteY6" fmla="*/ 655163 h 1018097"/>
                <a:gd name="connsiteX7" fmla="*/ 3139125 w 3450210"/>
                <a:gd name="connsiteY7" fmla="*/ 0 h 1018097"/>
                <a:gd name="connsiteX8" fmla="*/ 3450210 w 3450210"/>
                <a:gd name="connsiteY8" fmla="*/ 292231 h 1018097"/>
                <a:gd name="connsiteX9" fmla="*/ 3139125 w 3450210"/>
                <a:gd name="connsiteY9" fmla="*/ 292231 h 10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50210" h="1018097">
                  <a:moveTo>
                    <a:pt x="886120" y="292231"/>
                  </a:moveTo>
                  <a:lnTo>
                    <a:pt x="886120" y="292233"/>
                  </a:lnTo>
                  <a:lnTo>
                    <a:pt x="3450210" y="292233"/>
                  </a:lnTo>
                  <a:lnTo>
                    <a:pt x="3450210" y="1018097"/>
                  </a:lnTo>
                  <a:lnTo>
                    <a:pt x="886119" y="1018097"/>
                  </a:lnTo>
                  <a:lnTo>
                    <a:pt x="886119" y="1018095"/>
                  </a:lnTo>
                  <a:lnTo>
                    <a:pt x="0" y="655163"/>
                  </a:lnTo>
                  <a:close/>
                  <a:moveTo>
                    <a:pt x="3139125" y="0"/>
                  </a:moveTo>
                  <a:lnTo>
                    <a:pt x="3450210" y="292231"/>
                  </a:lnTo>
                  <a:lnTo>
                    <a:pt x="3139125" y="292231"/>
                  </a:lnTo>
                  <a:close/>
                </a:path>
              </a:pathLst>
            </a:custGeom>
            <a:solidFill>
              <a:srgbClr val="FFC000"/>
            </a:solidFill>
            <a:effectLst>
              <a:outerShdw blurRad="50800" dist="762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EB6E5F3-0049-B2D9-E671-098E8E8589F1}"/>
                </a:ext>
              </a:extLst>
            </p:cNvPr>
            <p:cNvCxnSpPr/>
            <p:nvPr/>
          </p:nvCxnSpPr>
          <p:spPr>
            <a:xfrm flipV="1">
              <a:off x="6411382" y="857212"/>
              <a:ext cx="1114471" cy="568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8D5AABA-FE38-3BE2-BDB4-09D4A95CF602}"/>
                </a:ext>
              </a:extLst>
            </p:cNvPr>
            <p:cNvCxnSpPr/>
            <p:nvPr/>
          </p:nvCxnSpPr>
          <p:spPr>
            <a:xfrm flipV="1">
              <a:off x="6389678" y="1209110"/>
              <a:ext cx="1114471" cy="568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01D248B-4ECC-79FA-64A0-3DC6A62CEE55}"/>
                </a:ext>
              </a:extLst>
            </p:cNvPr>
            <p:cNvCxnSpPr/>
            <p:nvPr/>
          </p:nvCxnSpPr>
          <p:spPr>
            <a:xfrm>
              <a:off x="6138341" y="1040031"/>
              <a:ext cx="298982" cy="196075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4EC2AA2-69D1-3D35-C1E9-89B3D5915E8A}"/>
                </a:ext>
              </a:extLst>
            </p:cNvPr>
            <p:cNvCxnSpPr/>
            <p:nvPr/>
          </p:nvCxnSpPr>
          <p:spPr>
            <a:xfrm flipV="1">
              <a:off x="6138341" y="847684"/>
              <a:ext cx="295809" cy="153426"/>
            </a:xfrm>
            <a:prstGeom prst="line">
              <a:avLst/>
            </a:prstGeom>
            <a:ln w="28575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2C9B7712-5E38-D6B4-5D6A-C0D588730DD1}"/>
              </a:ext>
            </a:extLst>
          </p:cNvPr>
          <p:cNvSpPr txBox="1"/>
          <p:nvPr/>
        </p:nvSpPr>
        <p:spPr>
          <a:xfrm>
            <a:off x="6707183" y="6146508"/>
            <a:ext cx="776863" cy="55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Bauhaus 93" panose="04030905020B02020C02" pitchFamily="82" charset="0"/>
              </a:rPr>
              <a:t>08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5256764-89EC-9CC8-6C58-5667CCED2D62}"/>
              </a:ext>
            </a:extLst>
          </p:cNvPr>
          <p:cNvSpPr/>
          <p:nvPr/>
        </p:nvSpPr>
        <p:spPr>
          <a:xfrm>
            <a:off x="8264727" y="6248400"/>
            <a:ext cx="1935145" cy="3499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DESIGNS</a:t>
            </a:r>
          </a:p>
        </p:txBody>
      </p:sp>
    </p:spTree>
    <p:extLst>
      <p:ext uri="{BB962C8B-B14F-4D97-AF65-F5344CB8AC3E}">
        <p14:creationId xmlns:p14="http://schemas.microsoft.com/office/powerpoint/2010/main" val="230906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000"/>
                            </p:stCondLst>
                            <p:childTnLst>
                              <p:par>
                                <p:cTn id="8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000"/>
                            </p:stCondLst>
                            <p:childTnLst>
                              <p:par>
                                <p:cTn id="10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70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ate Placeholder 3">
            <a:extLst>
              <a:ext uri="{FF2B5EF4-FFF2-40B4-BE49-F238E27FC236}">
                <a16:creationId xmlns:a16="http://schemas.microsoft.com/office/drawing/2014/main" id="{486ADA76-D3DF-4B33-A3E2-C28D2AED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783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8A5E763A-B913-43ED-83BF-ABDA8E770567}" type="datetime1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12/11/2023</a:t>
            </a:fld>
            <a:endParaRPr lang="en-NZ" altLang="en-US"/>
          </a:p>
        </p:txBody>
      </p:sp>
      <p:sp>
        <p:nvSpPr>
          <p:cNvPr id="76" name="Slide Number Placeholder 4">
            <a:extLst>
              <a:ext uri="{FF2B5EF4-FFF2-40B4-BE49-F238E27FC236}">
                <a16:creationId xmlns:a16="http://schemas.microsoft.com/office/drawing/2014/main" id="{49CC539D-CE14-4490-B47B-466F8E40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142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6928265B-E22D-4262-A201-9436554CFA15}" type="slidenum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3</a:t>
            </a:fld>
            <a:endParaRPr lang="en-US" alt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AEE979D8-E3BA-280D-F27D-4F261F1D3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209800"/>
            <a:ext cx="5943600" cy="4538221"/>
          </a:xfrm>
          <a:prstGeom prst="rect">
            <a:avLst/>
          </a:prstGeom>
        </p:spPr>
      </p:pic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CB001325-28F1-4197-8B20-E7792FA3BF53}"/>
              </a:ext>
            </a:extLst>
          </p:cNvPr>
          <p:cNvSpPr txBox="1">
            <a:spLocks/>
          </p:cNvSpPr>
          <p:nvPr/>
        </p:nvSpPr>
        <p:spPr>
          <a:xfrm>
            <a:off x="638640" y="2667000"/>
            <a:ext cx="5696377" cy="4004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6586" indent="-116586" algn="just" defTabSz="466344" fontAlgn="auto">
              <a:lnSpc>
                <a:spcPct val="100000"/>
              </a:lnSpc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HALCYON for electronic items</a:t>
            </a:r>
          </a:p>
          <a:p>
            <a:pPr marL="116586" indent="-116586" algn="just" defTabSz="466344" fontAlgn="auto">
              <a:lnSpc>
                <a:spcPct val="100000"/>
              </a:lnSpc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detailed product information</a:t>
            </a:r>
          </a:p>
          <a:p>
            <a:pPr marL="116586" indent="-116586" algn="just" defTabSz="466344" fontAlgn="auto">
              <a:lnSpc>
                <a:spcPct val="100000"/>
              </a:lnSpc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customers to order and pay online</a:t>
            </a:r>
          </a:p>
          <a:p>
            <a:pPr marL="116586" indent="-116586" algn="just" defTabSz="466344" fontAlgn="auto">
              <a:lnSpc>
                <a:spcPct val="100000"/>
              </a:lnSpc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enhance customer shopping experience</a:t>
            </a:r>
          </a:p>
          <a:p>
            <a:pPr marL="116586" indent="-116586" algn="just" defTabSz="466344" fontAlgn="auto">
              <a:lnSpc>
                <a:spcPct val="100000"/>
              </a:lnSpc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features: phone, email, live chat, FAQ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" t="14461" r="2043" b="14461"/>
          <a:stretch/>
        </p:blipFill>
        <p:spPr>
          <a:xfrm>
            <a:off x="391416" y="457200"/>
            <a:ext cx="5856983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3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10211"/>
            <a:ext cx="6477000" cy="24091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01325-28F1-4197-8B20-E7792FA3B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959667"/>
            <a:ext cx="9753600" cy="37118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detailed product information, including company name, model number, color, dimension, and price.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information about delivery and payment methods.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time and effort for customers to get electronic products.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all required details about electronic products</a:t>
            </a:r>
            <a:r>
              <a:rPr lang="en-US" sz="4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4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ADA76-D3DF-4B33-A3E2-C28D2AED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783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8A5E763A-B913-43ED-83BF-ABDA8E770567}" type="datetime1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12/11/2023</a:t>
            </a:fld>
            <a:endParaRPr lang="en-NZ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539D-CE14-4490-B47B-466F8E40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142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6928265B-E22D-4262-A201-9436554CFA15}" type="slidenum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2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01325-28F1-4197-8B20-E7792FA3B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" y="3429000"/>
            <a:ext cx="8205216" cy="2782307"/>
          </a:xfrm>
        </p:spPr>
        <p:txBody>
          <a:bodyPr>
            <a:noAutofit/>
          </a:bodyPr>
          <a:lstStyle/>
          <a:p>
            <a:pPr marL="116586" indent="-116586" algn="just" defTabSz="466344"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knowledge about electronic devices</a:t>
            </a:r>
          </a:p>
          <a:p>
            <a:pPr marL="116586" indent="-116586" algn="just" defTabSz="466344"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costly to go to the shop</a:t>
            </a:r>
          </a:p>
          <a:p>
            <a:pPr marL="116586" indent="-116586" algn="just" defTabSz="466344">
              <a:spcBef>
                <a:spcPts val="510"/>
              </a:spcBef>
              <a:buFont typeface="Wingdings" panose="05000000000000000000" pitchFamily="2" charset="2"/>
              <a:buChar char="v"/>
            </a:pPr>
            <a:r>
              <a:rPr lang="en-US" sz="2800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Disruptive to work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ADA76-D3DF-4B33-A3E2-C28D2AED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783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8A5E763A-B913-43ED-83BF-ABDA8E770567}" type="datetime1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12/11/2023</a:t>
            </a:fld>
            <a:endParaRPr lang="en-NZ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539D-CE14-4490-B47B-466F8E40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142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6928265B-E22D-4262-A201-9436554CFA15}" type="slidenum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5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464270" y="455688"/>
            <a:ext cx="6477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E979D8-E3BA-280D-F27D-4F261F1D3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517184"/>
            <a:ext cx="38862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000" y="379368"/>
            <a:ext cx="5638800" cy="1981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US" sz="6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23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05A5-9AE1-4914-A9E0-8D33FF83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2590800"/>
            <a:ext cx="5867400" cy="1981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6600" b="1" kern="1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61F516-149D-4BDE-9A5C-8C56B5AE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607106"/>
            <a:ext cx="1884978" cy="250894"/>
          </a:xfrm>
        </p:spPr>
        <p:txBody>
          <a:bodyPr/>
          <a:lstStyle/>
          <a:p>
            <a:pPr defTabSz="310896">
              <a:spcAft>
                <a:spcPts val="600"/>
              </a:spcAft>
            </a:pPr>
            <a:fld id="{6928265B-E22D-4262-A201-9436554CFA15}" type="slidenum">
              <a:rPr lang="en-US" altLang="en-US" sz="816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310896">
                <a:spcAft>
                  <a:spcPts val="600"/>
                </a:spcAft>
              </a:pPr>
              <a:t>6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457200" y="457201"/>
            <a:ext cx="62484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product&#10;&#10;Description automatically generated">
            <a:extLst>
              <a:ext uri="{FF2B5EF4-FFF2-40B4-BE49-F238E27FC236}">
                <a16:creationId xmlns:a16="http://schemas.microsoft.com/office/drawing/2014/main" id="{F5EBB1B2-CCF9-7C97-DCDE-2A3151B88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457201"/>
            <a:ext cx="6096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0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E76E3D-C395-F527-4F32-0E604534C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209800"/>
            <a:ext cx="6172200" cy="4648200"/>
          </a:xfrm>
          <a:prstGeom prst="rect">
            <a:avLst/>
          </a:prstGeom>
        </p:spPr>
      </p:pic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68217"/>
              </p:ext>
            </p:extLst>
          </p:nvPr>
        </p:nvGraphicFramePr>
        <p:xfrm>
          <a:off x="400827" y="2238363"/>
          <a:ext cx="5542773" cy="4461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04A09-28DB-4279-A274-A516AA90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783" y="6671531"/>
            <a:ext cx="150270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8A5E763A-B913-43ED-83BF-ABDA8E770567}" type="datetime1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233172">
                <a:spcAft>
                  <a:spcPts val="600"/>
                </a:spcAft>
              </a:pPr>
              <a:t>12/11/2023</a:t>
            </a:fld>
            <a:endParaRPr lang="en-NZ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40748-66A4-447F-A8B7-E0A7C0D9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142" y="6671531"/>
            <a:ext cx="150270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6928265B-E22D-4262-A201-9436554CFA15}" type="slidenum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233172">
                <a:spcAft>
                  <a:spcPts val="600"/>
                </a:spcAft>
              </a:pPr>
              <a:t>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55626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457200"/>
            <a:ext cx="6196518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  <a:endParaRPr lang="en-US" sz="6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15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6CA5C-66BE-4896-9150-84D78EDF5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62" y="2625831"/>
            <a:ext cx="10179538" cy="5067785"/>
          </a:xfrm>
        </p:spPr>
        <p:txBody>
          <a:bodyPr>
            <a:noAutofit/>
          </a:bodyPr>
          <a:lstStyle/>
          <a:p>
            <a:pPr marL="0" indent="0" defTabSz="466344">
              <a:spcBef>
                <a:spcPts val="51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of this project is fully based on the agile model</a:t>
            </a:r>
          </a:p>
          <a:p>
            <a:pPr marL="233172" lvl="1" indent="0" defTabSz="466344">
              <a:spcBef>
                <a:spcPts val="255"/>
              </a:spcBef>
              <a:buNone/>
            </a:pPr>
            <a:endParaRPr lang="en-US" sz="28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0372" lvl="1" indent="-457200" defTabSz="466344">
              <a:spcBef>
                <a:spcPts val="255"/>
              </a:spcBef>
              <a:buFont typeface="Wingdings" panose="05000000000000000000" pitchFamily="2" charset="2"/>
              <a:buChar char="q"/>
            </a:pPr>
            <a:r>
              <a:rPr lang="en-US" sz="2800" kern="1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 </a:t>
            </a:r>
            <a:r>
              <a:rPr lang="en-US" sz="2800" kern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en-US" sz="2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0372" lvl="1" indent="-457200" defTabSz="466344">
              <a:spcBef>
                <a:spcPts val="255"/>
              </a:spcBef>
              <a:buFont typeface="Wingdings" panose="05000000000000000000" pitchFamily="2" charset="2"/>
              <a:buChar char="q"/>
            </a:pPr>
            <a:r>
              <a:rPr lang="en-US" sz="2800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r>
              <a:rPr lang="en-US" sz="2800" kern="1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endParaRPr lang="en-US" sz="2800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0372" lvl="1" indent="-457200" defTabSz="466344">
              <a:spcBef>
                <a:spcPts val="255"/>
              </a:spcBef>
              <a:buFont typeface="Wingdings" panose="05000000000000000000" pitchFamily="2" charset="2"/>
              <a:buChar char="q"/>
            </a:pPr>
            <a:r>
              <a:rPr lang="en-US" sz="2800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</a:p>
          <a:p>
            <a:pPr marL="690372" lvl="1" indent="-457200" defTabSz="466344">
              <a:spcBef>
                <a:spcPts val="255"/>
              </a:spcBef>
              <a:buFont typeface="Wingdings" panose="05000000000000000000" pitchFamily="2" charset="2"/>
              <a:buChar char="q"/>
            </a:pPr>
            <a:r>
              <a:rPr lang="en-US" sz="2800" kern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04A09-28DB-4279-A274-A516AA90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783" y="7507147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8A5E763A-B913-43ED-83BF-ABDA8E770567}" type="datetime1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233172">
                <a:spcAft>
                  <a:spcPts val="600"/>
                </a:spcAft>
              </a:pPr>
              <a:t>12/11/2023</a:t>
            </a:fld>
            <a:endParaRPr lang="en-NZ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40748-66A4-447F-A8B7-E0A7C0D9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142" y="7507147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6928265B-E22D-4262-A201-9436554CFA15}" type="slidenum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233172">
                <a:spcAft>
                  <a:spcPts val="600"/>
                </a:spcAft>
              </a:pPr>
              <a:t>8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63246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F2A5A-9BDE-4822-AC84-FDD3D343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152400"/>
            <a:ext cx="7543800" cy="2778231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3231" y="3657600"/>
            <a:ext cx="4267200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0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0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1000" y="457200"/>
            <a:ext cx="6338564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20CFC-109D-4124-95AA-139B158A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64" y="0"/>
            <a:ext cx="6172200" cy="2778231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01325-28F1-4197-8B20-E7792FA3B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574" y="2972742"/>
            <a:ext cx="10571930" cy="34727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Halcyon is an e-commerce website that can save </a:t>
            </a: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and money.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offers a wide selection of products delivered to your doorstep.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Halcyon is essential for enhancing your lifestyle, increasing your work productivity, and staying technologically ahead.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simple and efficient to use with a high-level user interface.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ADA76-D3DF-4B33-A3E2-C28D2AED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783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8A5E763A-B913-43ED-83BF-ABDA8E770567}" type="datetime1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12/11/2023</a:t>
            </a:fld>
            <a:endParaRPr lang="en-NZ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539D-CE14-4490-B47B-466F8E40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142" y="6671531"/>
            <a:ext cx="1420362" cy="189053"/>
          </a:xfrm>
        </p:spPr>
        <p:txBody>
          <a:bodyPr/>
          <a:lstStyle/>
          <a:p>
            <a:pPr defTabSz="233172">
              <a:spcAft>
                <a:spcPts val="600"/>
              </a:spcAft>
            </a:pPr>
            <a:fld id="{6928265B-E22D-4262-A201-9436554CFA15}" type="slidenum">
              <a:rPr lang="en-US" altLang="en-US" sz="612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Noto Sans CJK SC Regular" charset="0"/>
              </a:rPr>
              <a:pPr defTabSz="233172">
                <a:spcAft>
                  <a:spcPts val="600"/>
                </a:spcAft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59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C91ED2E2-8249-87B4-11D2-08818667B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737126"/>
            <a:ext cx="5131088" cy="28862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D8173-CD96-A0D2-C4C8-1000F9B5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31079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 hangingPunct="1">
              <a:spcAft>
                <a:spcPts val="600"/>
              </a:spcAft>
            </a:pPr>
            <a:fld id="{8A5E763A-B913-43ED-83BF-ABDA8E770567}" type="datetime1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pPr algn="r" defTabSz="914400" hangingPunct="1">
                <a:spcAft>
                  <a:spcPts val="600"/>
                </a:spcAft>
              </a:pPr>
              <a:t>12/11/2023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2DC21-B513-BB22-09BC-397A284A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 hangingPunct="1">
              <a:spcAft>
                <a:spcPts val="600"/>
              </a:spcAft>
            </a:pPr>
            <a:fld id="{6928265B-E22D-4262-A201-9436554CFA15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pPr defTabSz="914400" hangingPunct="1">
                <a:spcAft>
                  <a:spcPts val="600"/>
                </a:spcAft>
              </a:pPr>
              <a:t>10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665351-E75D-86A9-6790-3944DBF8D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5165" y="2773612"/>
            <a:ext cx="5131086" cy="28862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457200"/>
            <a:ext cx="62484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C1ADC-6930-4B65-F011-3D74DE6E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85800"/>
            <a:ext cx="6629400" cy="8985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66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DESIGNS</a:t>
            </a:r>
            <a:endParaRPr lang="en-US" sz="6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9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3075</TotalTime>
  <Words>245</Words>
  <Application>Microsoft Office PowerPoint</Application>
  <PresentationFormat>Widescreen</PresentationFormat>
  <Paragraphs>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Black</vt:lpstr>
      <vt:lpstr>Bauhaus 93</vt:lpstr>
      <vt:lpstr>Century Gothic</vt:lpstr>
      <vt:lpstr>DejaVu Sans</vt:lpstr>
      <vt:lpstr>Noto Sans CJK SC Regular</vt:lpstr>
      <vt:lpstr>Times New Roman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USE-CASE DIAGRAM</vt:lpstr>
      <vt:lpstr>PowerPoint Presentation</vt:lpstr>
      <vt:lpstr>METHODOLOGY </vt:lpstr>
      <vt:lpstr>CONCLUSION </vt:lpstr>
      <vt:lpstr>SOME DESIGNS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and Implementation of a Chatbot using JavaScript</dc:title>
  <dc:creator>mahesh katwal</dc:creator>
  <cp:lastModifiedBy>User</cp:lastModifiedBy>
  <cp:revision>269</cp:revision>
  <cp:lastPrinted>1601-01-01T00:00:00Z</cp:lastPrinted>
  <dcterms:created xsi:type="dcterms:W3CDTF">2019-05-17T14:30:22Z</dcterms:created>
  <dcterms:modified xsi:type="dcterms:W3CDTF">2023-12-11T12:32:37Z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2023-10-02T17:12:08Z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bd8d6e86-35f7-487e-9656-1e068f813a76</vt:lpwstr>
  </property>
  <property fmtid="{D5CDD505-2E9C-101B-9397-08002B2CF9AE}" pid="7" name="MSIP_Label_defa4170-0d19-0005-0004-bc88714345d2_ActionId">
    <vt:lpwstr>3677d4ab-ea22-4b98-98fc-19a4d5397198</vt:lpwstr>
  </property>
  <property fmtid="{D5CDD505-2E9C-101B-9397-08002B2CF9AE}" pid="8" name="MSIP_Label_defa4170-0d19-0005-0004-bc88714345d2_ContentBits">
    <vt:lpwstr>0</vt:lpwstr>
  </property>
</Properties>
</file>